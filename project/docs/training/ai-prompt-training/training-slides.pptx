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E75B6"/>
                </a:solidFill>
              </a:defRPr>
            </a:pPr>
            <a:r>
              <a:t>AI助手进课堂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小学教师提示词入门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破冰问题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备一节课需要多长时间？</a:t>
            </a:r>
          </a:p>
          <a:p>
            <a:pPr>
              <a:spcAft>
                <a:spcPts val="1200"/>
              </a:spcAft>
              <a:defRPr sz="2000"/>
            </a:pPr>
            <a:r>
              <a:t>• 1小时？2小时？更久？</a:t>
            </a:r>
          </a:p>
          <a:p>
            <a:pPr>
              <a:spcAft>
                <a:spcPts val="1200"/>
              </a:spcAft>
              <a:defRPr sz="2000"/>
            </a:pPr>
            <a:r>
              <a:t>• 如果30秒能生成教案框架呢？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神奇时刻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现场演示：30秒生成教案</a:t>
            </a:r>
          </a:p>
          <a:p>
            <a:pPr>
              <a:spcAft>
                <a:spcPts val="1200"/>
              </a:spcAft>
              <a:defRPr sz="2000"/>
            </a:pPr>
            <a:r>
              <a:t>• AI工具：Kimi/文心一言/豆包</a:t>
            </a:r>
          </a:p>
          <a:p>
            <a:pPr>
              <a:spcAft>
                <a:spcPts val="1200"/>
              </a:spcAft>
              <a:defRPr sz="2000"/>
            </a:pPr>
            <a:r>
              <a:t>• 让我们一起见证AI的力量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AI是什么？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AI = 超级助手</a:t>
            </a:r>
          </a:p>
          <a:p>
            <a:pPr>
              <a:spcAft>
                <a:spcPts val="1200"/>
              </a:spcAft>
              <a:defRPr sz="2000"/>
            </a:pPr>
            <a:r>
              <a:t>• 需要你给它清晰的指令</a:t>
            </a:r>
          </a:p>
          <a:p>
            <a:pPr>
              <a:spcAft>
                <a:spcPts val="1200"/>
              </a:spcAft>
              <a:defRPr sz="2000"/>
            </a:pPr>
            <a:r>
              <a:t>• 提示词就是给助手的「工作说明」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AI不会取代老师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AI是工具，不是替代者</a:t>
            </a:r>
          </a:p>
          <a:p>
            <a:pPr>
              <a:spcAft>
                <a:spcPts val="1200"/>
              </a:spcAft>
              <a:defRPr sz="2000"/>
            </a:pPr>
            <a:r>
              <a:t>• 会用AI的老师效率会高10倍</a:t>
            </a:r>
          </a:p>
          <a:p>
            <a:pPr>
              <a:spcAft>
                <a:spcPts val="1200"/>
              </a:spcAft>
              <a:defRPr sz="2000"/>
            </a:pPr>
            <a:r>
              <a:t>• 今天你就能学会！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今日学习目标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掌握5个核心提示词技巧</a:t>
            </a:r>
          </a:p>
          <a:p>
            <a:pPr>
              <a:spcAft>
                <a:spcPts val="1200"/>
              </a:spcAft>
              <a:defRPr sz="2000"/>
            </a:pPr>
            <a:r>
              <a:t>• 获得3个可直接使用的模板</a:t>
            </a:r>
          </a:p>
          <a:p>
            <a:pPr>
              <a:spcAft>
                <a:spcPts val="1200"/>
              </a:spcAft>
              <a:defRPr sz="2000"/>
            </a:pPr>
            <a:r>
              <a:t>• 回去就能用AI辅助备课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案例1：生成教案框架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80000"/>
                </a:solidFill>
              </a:defRPr>
            </a:pPr>
            <a:r>
              <a:t>❌ 错误示范</a:t>
            </a:r>
          </a:p>
          <a:p>
            <a:pPr>
              <a:spcBef>
                <a:spcPts val="800"/>
              </a:spcBef>
              <a:defRPr sz="1800"/>
            </a:pPr>
            <a:r>
              <a:t>「帮我写一个《荷花》的教案」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9600"/>
                </a:solidFill>
              </a:defRPr>
            </a:pPr>
            <a:r>
              <a:t>✅ 正确示范</a:t>
            </a:r>
          </a:p>
          <a:p>
            <a:pPr>
              <a:spcBef>
                <a:spcPts val="800"/>
              </a:spcBef>
              <a:defRPr sz="1600"/>
            </a:pPr>
            <a:r>
              <a:t>「你是一位有20年经验的小学语文教师，擅长情境教学。</a:t>
            </a:r>
            <a:br/>
            <a:r>
              <a:t>请帮我设计一节三年级语文《荷花》的教案框架：</a:t>
            </a:r>
            <a:br/>
            <a:r>
              <a:t>- 课题：《荷花》</a:t>
            </a:r>
            <a:br/>
            <a:r>
              <a:t>- 课时：2课时</a:t>
            </a:r>
            <a:br/>
            <a:r>
              <a:t>- 请提供：教学目标、教学重难点、教学过程、板书设计」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技巧1：角色设定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告诉AI它是谁</a:t>
            </a:r>
          </a:p>
          <a:p>
            <a:pPr>
              <a:spcAft>
                <a:spcPts val="1200"/>
              </a:spcAft>
              <a:defRPr sz="2000"/>
            </a:pPr>
            <a:r>
              <a:t>• 它会以这个身份来思考和回答</a:t>
            </a:r>
          </a:p>
          <a:p>
            <a:pPr>
              <a:spcAft>
                <a:spcPts val="1200"/>
              </a:spcAft>
              <a:defRPr sz="2000"/>
            </a:pPr>
            <a:r>
              <a:t>• 示例：「你是一位有20年经验的小学语文教师」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技巧2：任务描述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明确告诉AI你要什么</a:t>
            </a:r>
          </a:p>
          <a:p>
            <a:pPr>
              <a:spcAft>
                <a:spcPts val="1200"/>
              </a:spcAft>
              <a:defRPr sz="2000"/>
            </a:pPr>
            <a:r>
              <a:t>• 越具体越好</a:t>
            </a:r>
          </a:p>
          <a:p>
            <a:pPr>
              <a:spcAft>
                <a:spcPts val="1200"/>
              </a:spcAft>
              <a:defRPr sz="2000"/>
            </a:pPr>
            <a:r>
              <a:t>• 关键要素：学科、年级、课题、课时、要求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模板1：教案生成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8595360" cy="484632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你是一位有20年经验的小学【学科】教师，擅长【教学特色】。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请帮我设计一节【年级】【学科】课的教案框架：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- 课题：【课题名称】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- 课时：【X】课时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- 教学目标需要包含：知识与技能、过程与方法、情感态度价值观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- 请提供：教学目标、教学重难点、教学过程、板书设计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案例2：设计课堂活动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80000"/>
                </a:solidFill>
              </a:defRPr>
            </a:pPr>
            <a:r>
              <a:t>❌ 错误示范</a:t>
            </a:r>
          </a:p>
          <a:p>
            <a:pPr>
              <a:spcBef>
                <a:spcPts val="800"/>
              </a:spcBef>
              <a:defRPr sz="1800"/>
            </a:pPr>
            <a:r>
              <a:t>「设计一个分数教学的活动」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9600"/>
                </a:solidFill>
              </a:defRPr>
            </a:pPr>
            <a:r>
              <a:t>✅ 正确示范</a:t>
            </a:r>
          </a:p>
          <a:p>
            <a:pPr>
              <a:spcBef>
                <a:spcPts val="800"/>
              </a:spcBef>
              <a:defRPr sz="1600"/>
            </a:pPr>
            <a:r>
              <a:t>「你是一位擅长游戏化教学的小学数学教师。</a:t>
            </a:r>
            <a:br/>
            <a:r>
              <a:t>请帮我设计一个四年级《分数的初步认识》的课堂活动：</a:t>
            </a:r>
            <a:br/>
            <a:r>
              <a:t>- 活动时长：15分钟</a:t>
            </a:r>
            <a:br/>
            <a:r>
              <a:t>- 参考风格：像「小组竞赛」那样</a:t>
            </a:r>
            <a:br/>
            <a:r>
              <a:t>- 请提供：活动名称、规则、材料、引导语」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技巧3：提供示例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给AI看一个你喜欢的范例</a:t>
            </a:r>
          </a:p>
          <a:p>
            <a:pPr>
              <a:spcAft>
                <a:spcPts val="1200"/>
              </a:spcAft>
              <a:defRPr sz="2000"/>
            </a:pPr>
            <a:r>
              <a:t>• 它会模仿这个风格</a:t>
            </a:r>
          </a:p>
          <a:p>
            <a:pPr>
              <a:spcAft>
                <a:spcPts val="1200"/>
              </a:spcAft>
              <a:defRPr sz="2000"/>
            </a:pPr>
            <a:r>
              <a:t>• 示例：「参考风格：像抢答游戏那样」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技巧4：迭代优化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第一次不满意？追问修改！</a:t>
            </a:r>
          </a:p>
          <a:p>
            <a:pPr>
              <a:spcAft>
                <a:spcPts val="1200"/>
              </a:spcAft>
              <a:defRPr sz="2000"/>
            </a:pPr>
            <a:r>
              <a:t>• 「请把活动时间缩短到10分钟」</a:t>
            </a:r>
          </a:p>
          <a:p>
            <a:pPr>
              <a:spcAft>
                <a:spcPts val="1200"/>
              </a:spcAft>
              <a:defRPr sz="2000"/>
            </a:pPr>
            <a:r>
              <a:t>• 「请增加一个互动环节」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模板2：活动设计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8595360" cy="484632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你是一位擅长游戏化教学的小学【学科】教师。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请帮我设计一个【年级】【课题】的课堂活动：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- 活动时长：【X】分钟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- 活动目标：【具体目标】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- 参考风格：【示例描述】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请提供：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1. 活动名称  2. 活动规则  3. 所需材料  4. 教师引导语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案例3：制作课件内容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80000"/>
                </a:solidFill>
              </a:defRPr>
            </a:pPr>
            <a:r>
              <a:t>❌ 错误示范</a:t>
            </a:r>
          </a:p>
          <a:p>
            <a:pPr>
              <a:spcBef>
                <a:spcPts val="800"/>
              </a:spcBef>
              <a:defRPr sz="1800"/>
            </a:pPr>
            <a:r>
              <a:t>「帮我做一个地球运动的课件」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9600"/>
                </a:solidFill>
              </a:defRPr>
            </a:pPr>
            <a:r>
              <a:t>✅ 正确示范</a:t>
            </a:r>
          </a:p>
          <a:p>
            <a:pPr>
              <a:spcBef>
                <a:spcPts val="800"/>
              </a:spcBef>
              <a:defRPr sz="1600"/>
            </a:pPr>
            <a:r>
              <a:t>「你是一位擅长制作教学课件的小学科学教师。</a:t>
            </a:r>
            <a:br/>
            <a:r>
              <a:t>请帮我设计一个五年级《地球的运动》的PPT课件内容大纲：</a:t>
            </a:r>
            <a:br/>
            <a:r>
              <a:t>- 课件页数：约10页</a:t>
            </a:r>
            <a:br/>
            <a:r>
              <a:t>- 请按格式输出：每页标题、核心内容、配图建议、讲解提示」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技巧5：结构化输出要求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明确告诉AI你要什么格式</a:t>
            </a:r>
          </a:p>
          <a:p>
            <a:pPr>
              <a:spcAft>
                <a:spcPts val="1200"/>
              </a:spcAft>
              <a:defRPr sz="2000"/>
            </a:pPr>
            <a:r>
              <a:t>• 「请按以下格式输出每一页...」</a:t>
            </a:r>
          </a:p>
          <a:p>
            <a:pPr>
              <a:spcAft>
                <a:spcPts val="1200"/>
              </a:spcAft>
              <a:defRPr sz="2000"/>
            </a:pPr>
            <a:r>
              <a:t>• 输出更规范，直接可用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模板3：课件内容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8595360" cy="484632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你是一位擅长制作教学课件的小学【学科】教师。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请帮我设计一个【年级】【课题】的PPT课件内容大纲：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- 课件页数：约【X】页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请按以下格式输出每一页：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【第X页】标题：______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- 核心内容（3-5个要点）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- 配图建议</a:t>
            </a:r>
          </a:p>
          <a:p>
            <a:pPr>
              <a:spcAft>
                <a:spcPts val="200"/>
              </a:spcAft>
              <a:defRPr sz="1400">
                <a:latin typeface="Courier New"/>
              </a:defRPr>
            </a:pPr>
            <a:r>
              <a:t>- 讲解提示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动手练习（20分钟）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任务：选择一个下周要上的课题</a:t>
            </a:r>
          </a:p>
          <a:p>
            <a:pPr>
              <a:spcAft>
                <a:spcPts val="1200"/>
              </a:spcAft>
              <a:defRPr sz="2000"/>
            </a:pPr>
            <a:r>
              <a:t>• 套用模板1生成教案框架</a:t>
            </a:r>
          </a:p>
          <a:p>
            <a:pPr>
              <a:spcAft>
                <a:spcPts val="1200"/>
              </a:spcAft>
              <a:defRPr sz="2000"/>
            </a:pPr>
            <a:r>
              <a:t>• 讲师巡视，解答问题</a:t>
            </a:r>
          </a:p>
          <a:p>
            <a:pPr>
              <a:spcAft>
                <a:spcPts val="1200"/>
              </a:spcAft>
              <a:defRPr sz="2000"/>
            </a:pPr>
            <a:r>
              <a:t>• 分享成果，互相学习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5个技巧回顾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技巧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示例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角色设定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告诉AI它是谁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「你是一位资深教师」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任务描述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明确你要什么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「设计三年级《荷花》教案」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提供示例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给AI看范例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「像抢答游戏那样」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迭代优化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追问修改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「请把导入改成游戏」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结构化输出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指定格式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「请按以下格式输出」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3个模板汇总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模板1：教案生成 - 快速生成教案框架</a:t>
            </a:r>
          </a:p>
          <a:p>
            <a:pPr>
              <a:spcAft>
                <a:spcPts val="1200"/>
              </a:spcAft>
              <a:defRPr sz="2000"/>
            </a:pPr>
            <a:r>
              <a:t>• 模板2：活动设计 - 设计有趣的课堂活动</a:t>
            </a:r>
          </a:p>
          <a:p>
            <a:pPr>
              <a:spcAft>
                <a:spcPts val="1200"/>
              </a:spcAft>
              <a:defRPr sz="2000"/>
            </a:pPr>
            <a:r>
              <a:t>• 模板3：课件内容 - 制作PPT内容大纲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推荐AI工具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工具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特点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Kimi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免费、长文本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教案、课件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文心一言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中文优化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各类场景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豆包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新手友好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入门首选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通义千问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功能全面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各类场景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后续学习建议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多用：每天尝试用AI完成一个小任务</a:t>
            </a:r>
          </a:p>
          <a:p>
            <a:pPr>
              <a:spcAft>
                <a:spcPts val="1200"/>
              </a:spcAft>
              <a:defRPr sz="2000"/>
            </a:pPr>
            <a:r>
              <a:t>• 多改：不满意时修改提示词</a:t>
            </a:r>
          </a:p>
          <a:p>
            <a:pPr>
              <a:spcAft>
                <a:spcPts val="1200"/>
              </a:spcAft>
              <a:defRPr sz="2000"/>
            </a:pPr>
            <a:r>
              <a:t>• 多交流：和同事分享好用的提示词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E75B6"/>
                </a:solidFill>
              </a:defRPr>
            </a:pPr>
            <a:r>
              <a:t>AI不会取代老师</a:t>
            </a:r>
          </a:p>
          <a:p>
            <a:pPr algn="ctr">
              <a:defRPr sz="3600" b="1">
                <a:solidFill>
                  <a:srgbClr val="2E75B6"/>
                </a:solidFill>
              </a:defRPr>
            </a:pPr>
            <a:r>
              <a:t>但会用AI的老师会更轻松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祝各位老师工作顺利！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